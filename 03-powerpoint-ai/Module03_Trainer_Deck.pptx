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2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455273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0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01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MODULE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914400" y="2011680"/>
            <a:ext cx="10360152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03</a:t>
            </a:r>
            <a:r>
              <a:rPr lang="en-US" sz="36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</a:t>
            </a: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Improving Slide Content</a:t>
            </a:r>
            <a:endParaRPr lang="en-US" sz="3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with PowerPoint AI Features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914400" y="420624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6B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titles. Trim the bullets. Generate the notes.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512064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minutes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30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point of this slide?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828800"/>
            <a:ext cx="6400800" cy="4114800"/>
          </a:xfrm>
          <a:prstGeom prst="rect">
            <a:avLst/>
          </a:prstGeom>
          <a:solidFill>
            <a:srgbClr val="FFFFFF"/>
          </a:solidFill>
          <a:ln/>
          <a:effectLst>
            <a:outerShdw blurRad="127000" dist="38100" dir="81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en-MY"/>
          </a:p>
        </p:txBody>
      </p:sp>
      <p:sp>
        <p:nvSpPr>
          <p:cNvPr id="4" name="Text 2"/>
          <p:cNvSpPr/>
          <p:nvPr/>
        </p:nvSpPr>
        <p:spPr>
          <a:xfrm>
            <a:off x="1280160" y="2103120"/>
            <a:ext cx="5669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Department Overview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280160" y="2834640"/>
            <a:ext cx="56692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department was established in 2019 with a team of 12 people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headcount stands at 45 across three sub-teams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revenue target was RM 3.8M and we exceeded by 10%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projects are delayed due to resourcing constraints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new CRM system will be implemented by end of Q4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satisfaction scores improved from 3.2 to 3.8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senior positions remain unfilled since August</a:t>
            </a:r>
            <a:endParaRPr lang="en-US" sz="11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utilisation is at 87% with remaining funds allocated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046720" y="228600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6BA3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Ask the audience:</a:t>
            </a:r>
            <a:endParaRPr lang="en-US" sz="18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6BA3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one point this</a:t>
            </a:r>
            <a:endParaRPr lang="en-US" sz="18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800" i="1" dirty="0">
                <a:solidFill>
                  <a:srgbClr val="6BA3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is trying to make?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046720" y="438912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they cannot answer in</a:t>
            </a:r>
            <a:endParaRPr lang="en-US" sz="14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4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sentence, the title failed.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titles should state a point, not label a topic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 is whether the audience knows the conclusion before reading the content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286000"/>
          <a:ext cx="10360152" cy="3337560"/>
        </p:xfrm>
        <a:graphic>
          <a:graphicData uri="http://schemas.openxmlformats.org/drawingml/2006/table">
            <a:tbl>
              <a:tblPr/>
              <a:tblGrid>
                <a:gridCol w="3657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25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(Label)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(Point)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6B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 Revenue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4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exceeded target for the second quarter running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6B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Project Status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4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 projects need a decision this week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6B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 Overview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4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Headcount is stable but capacity is not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7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6B2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Risks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8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1E4A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Three risks require senior attention before Q4 begins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2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label makes the audience read everything. A point lets them scan.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Being specific gets you 10x better AI output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prompts produce vague results</a:t>
            </a:r>
            <a:r>
              <a:rPr lang="en-US" sz="150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Give</a:t>
            </a:r>
            <a:r>
              <a:rPr lang="en-US" sz="15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AI the context it needs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2103120"/>
            <a:ext cx="4572000" cy="3840480"/>
          </a:xfrm>
          <a:prstGeom prst="rect">
            <a:avLst/>
          </a:prstGeom>
          <a:solidFill>
            <a:srgbClr val="FDF2F2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" name="Text 3"/>
          <p:cNvSpPr/>
          <p:nvPr/>
        </p:nvSpPr>
        <p:spPr>
          <a:xfrm>
            <a:off x="1280160" y="22860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VAGUE PROMPT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280160" y="3108960"/>
            <a:ext cx="3840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"Improve this slide."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4114800"/>
            <a:ext cx="3840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context about audience,</a:t>
            </a: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or constraints.</a:t>
            </a: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has nothing to work with.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2103120"/>
            <a:ext cx="5303520" cy="3840480"/>
          </a:xfrm>
          <a:prstGeom prst="rect">
            <a:avLst/>
          </a:prstGeom>
          <a:solidFill>
            <a:srgbClr val="F0F7F0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6583680" y="2286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 PROMPT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2926080"/>
            <a:ext cx="45720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"Rewrite the title of this slide to state</a:t>
            </a: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conclusion, not just the topic.</a:t>
            </a: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audience is senior management.</a:t>
            </a: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slide covers Q3 revenue results.</a:t>
            </a: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title under 12 words.</a:t>
            </a:r>
            <a:endParaRPr lang="en-US" sz="1300" dirty="0"/>
          </a:p>
          <a:p>
            <a:pPr marL="0" indent="0" algn="l">
              <a:lnSpc>
                <a:spcPct val="14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Tone: direct, factual."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Trim any slide in four steps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through the Nusantara Capital before deck using this sequence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613916" y="2560320"/>
            <a:ext cx="731520" cy="731520"/>
          </a:xfrm>
          <a:prstGeom prst="ellipse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" name="Text 3"/>
          <p:cNvSpPr/>
          <p:nvPr/>
        </p:nvSpPr>
        <p:spPr>
          <a:xfrm>
            <a:off x="1613916" y="2560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36676" y="35661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Rewrite</a:t>
            </a:r>
            <a:endParaRPr lang="en-US" sz="17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title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36676" y="4572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the point,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the topic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68396" y="2926080"/>
            <a:ext cx="365760" cy="0"/>
          </a:xfrm>
          <a:prstGeom prst="line">
            <a:avLst/>
          </a:prstGeom>
          <a:noFill/>
          <a:ln w="19050">
            <a:solidFill>
              <a:srgbClr val="1A3055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Shape 7"/>
          <p:cNvSpPr/>
          <p:nvPr/>
        </p:nvSpPr>
        <p:spPr>
          <a:xfrm>
            <a:off x="4357116" y="2560320"/>
            <a:ext cx="731520" cy="731520"/>
          </a:xfrm>
          <a:prstGeom prst="ellipse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0" name="Text 8"/>
          <p:cNvSpPr/>
          <p:nvPr/>
        </p:nvSpPr>
        <p:spPr>
          <a:xfrm>
            <a:off x="4357116" y="2560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79876" y="35661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Cut bullets</a:t>
            </a:r>
            <a:endParaRPr lang="en-US" sz="17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3 max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579876" y="4572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words each,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exceptions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911596" y="2926080"/>
            <a:ext cx="365760" cy="0"/>
          </a:xfrm>
          <a:prstGeom prst="line">
            <a:avLst/>
          </a:prstGeom>
          <a:noFill/>
          <a:ln w="19050">
            <a:solidFill>
              <a:srgbClr val="1A3055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4" name="Shape 12"/>
          <p:cNvSpPr/>
          <p:nvPr/>
        </p:nvSpPr>
        <p:spPr>
          <a:xfrm>
            <a:off x="7100316" y="2560320"/>
            <a:ext cx="731520" cy="731520"/>
          </a:xfrm>
          <a:prstGeom prst="ellipse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5" name="Text 13"/>
          <p:cNvSpPr/>
          <p:nvPr/>
        </p:nvSpPr>
        <p:spPr>
          <a:xfrm>
            <a:off x="7100316" y="2560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323076" y="35661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Run</a:t>
            </a:r>
            <a:endParaRPr lang="en-US" sz="17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Designer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6323076" y="4572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clean layouts,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 decoration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654796" y="2926080"/>
            <a:ext cx="365760" cy="0"/>
          </a:xfrm>
          <a:prstGeom prst="line">
            <a:avLst/>
          </a:prstGeom>
          <a:noFill/>
          <a:ln w="19050">
            <a:solidFill>
              <a:srgbClr val="1A3055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19" name="Shape 17"/>
          <p:cNvSpPr/>
          <p:nvPr/>
        </p:nvSpPr>
        <p:spPr>
          <a:xfrm>
            <a:off x="9843516" y="2560320"/>
            <a:ext cx="731520" cy="731520"/>
          </a:xfrm>
          <a:prstGeom prst="ellipse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20" name="Text 18"/>
          <p:cNvSpPr/>
          <p:nvPr/>
        </p:nvSpPr>
        <p:spPr>
          <a:xfrm>
            <a:off x="9843516" y="2560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066276" y="356616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</a:t>
            </a:r>
            <a:endParaRPr lang="en-US" sz="1700" dirty="0"/>
          </a:p>
          <a:p>
            <a:pPr marL="0" indent="0" algn="ctr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speaker notes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9066276" y="4572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Point, talking points,</a:t>
            </a:r>
            <a:endParaRPr lang="en-US" sz="13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Designer fixes layout</a:t>
            </a:r>
            <a:r>
              <a:rPr lang="en-US" sz="2800" b="1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but</a:t>
            </a:r>
            <a:r>
              <a:rPr lang="en-US" sz="28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it cannot fix a bad message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suggestions that reduce clutter. Reject suggestions that add decoration.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2651760"/>
            <a:ext cx="4572000" cy="3474720"/>
          </a:xfrm>
          <a:prstGeom prst="rect">
            <a:avLst/>
          </a:prstGeom>
          <a:solidFill>
            <a:srgbClr val="FDF2F2"/>
          </a:solidFill>
          <a:ln w="12700">
            <a:solidFill>
              <a:srgbClr val="E0B0B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1188720" y="2834640"/>
            <a:ext cx="402336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400"/>
              </a:spcAft>
              <a:buNone/>
            </a:pPr>
            <a:r>
              <a:rPr lang="en-US" sz="1100" b="1">
                <a:solidFill>
                  <a:srgbClr val="6B2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Q3 Revenue Results</a:t>
            </a:r>
            <a:endParaRPr lang="en-US" sz="1100"/>
          </a:p>
          <a:p>
            <a:pPr marL="0" indent="0">
              <a:spcAft>
                <a:spcPts val="400"/>
              </a:spcAft>
              <a:buNone/>
            </a:pPr>
            <a:r>
              <a:rPr lang="en-US" sz="100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Stock Photo ]</a:t>
            </a:r>
            <a:endParaRPr lang="en-US" sz="1000"/>
          </a:p>
          <a:p>
            <a:pPr marL="0" indent="0">
              <a:spcAft>
                <a:spcPts val="200"/>
              </a:spcAft>
              <a:buNone/>
            </a:pPr>
            <a:r>
              <a:rPr lang="en-US" sz="90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★ ★  decorative icons</a:t>
            </a:r>
            <a:endParaRPr lang="en-US" sz="9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>
                <a:solidFill>
                  <a:srgbClr val="6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target was RM 3.8M</a:t>
            </a:r>
            <a:endParaRPr lang="en-US" sz="9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>
                <a:solidFill>
                  <a:srgbClr val="6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Exceeded by 10%</a:t>
            </a:r>
            <a:endParaRPr lang="en-US" sz="90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>
                <a:solidFill>
                  <a:srgbClr val="6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consecutive quarter above target</a:t>
            </a:r>
            <a:endParaRPr lang="en-US" sz="900"/>
          </a:p>
          <a:p>
            <a:pPr marL="0" indent="0">
              <a:spcBef>
                <a:spcPts val="400"/>
              </a:spcBef>
              <a:buNone/>
            </a:pPr>
            <a:r>
              <a:rPr lang="en-US" sz="900" i="1">
                <a:solidFill>
                  <a:srgbClr val="6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squeezed around the photo,</a:t>
            </a:r>
            <a:endParaRPr lang="en-US" sz="900"/>
          </a:p>
          <a:p>
            <a:pPr marL="0" indent="0">
              <a:buNone/>
            </a:pPr>
            <a:r>
              <a:rPr lang="en-US" sz="900" i="1">
                <a:solidFill>
                  <a:srgbClr val="6B2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font, no visual hierarchy</a:t>
            </a:r>
            <a:endParaRPr lang="en-US" sz="900"/>
          </a:p>
        </p:txBody>
      </p:sp>
      <p:sp>
        <p:nvSpPr>
          <p:cNvPr id="7" name="Text 5"/>
          <p:cNvSpPr/>
          <p:nvPr/>
        </p:nvSpPr>
        <p:spPr>
          <a:xfrm>
            <a:off x="6217920" y="2103120"/>
            <a:ext cx="5303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51760"/>
            <a:ext cx="5303520" cy="3474720"/>
          </a:xfrm>
          <a:prstGeom prst="rect">
            <a:avLst/>
          </a:prstGeom>
          <a:solidFill>
            <a:srgbClr val="F0F7F0"/>
          </a:solidFill>
          <a:ln w="12700">
            <a:solidFill>
              <a:srgbClr val="A0C8A0"/>
            </a:solidFill>
            <a:prstDash val="solid"/>
          </a:ln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6492240" y="2834640"/>
            <a:ext cx="47548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00" b="1">
                <a:solidFill>
                  <a:srgbClr val="1E4A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Revenue exceeded target for Q2</a:t>
            </a:r>
            <a:endParaRPr lang="en-US" sz="1100"/>
          </a:p>
          <a:p>
            <a:pPr marL="0" indent="0">
              <a:spcAft>
                <a:spcPts val="600"/>
              </a:spcAft>
              <a:buNone/>
            </a:pPr>
            <a:r>
              <a:rPr lang="en-US" sz="2400" b="1">
                <a:solidFill>
                  <a:srgbClr val="1E4A1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RM 4.2M</a:t>
            </a:r>
            <a:endParaRPr lang="en-US" sz="240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>
                <a:solidFill>
                  <a:srgbClr val="1E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target was RM 3.8M</a:t>
            </a:r>
            <a:endParaRPr lang="en-US" sz="110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>
                <a:solidFill>
                  <a:srgbClr val="1E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Exceeded by 10%</a:t>
            </a:r>
            <a:endParaRPr lang="en-US" sz="110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100">
                <a:solidFill>
                  <a:srgbClr val="1E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consecutive quarter above target</a:t>
            </a:r>
            <a:endParaRPr lang="en-US" sz="1100"/>
          </a:p>
          <a:p>
            <a:pPr marL="0" indent="0">
              <a:spcBef>
                <a:spcPts val="600"/>
              </a:spcBef>
              <a:buNone/>
            </a:pPr>
            <a:r>
              <a:rPr lang="en-US" sz="1000" i="1">
                <a:solidFill>
                  <a:srgbClr val="1E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photo, no icons, full width,</a:t>
            </a:r>
            <a:endParaRPr lang="en-US" sz="1000"/>
          </a:p>
          <a:p>
            <a:pPr marL="0" indent="0">
              <a:buNone/>
            </a:pPr>
            <a:r>
              <a:rPr lang="en-US" sz="1000" i="1">
                <a:solidFill>
                  <a:srgbClr val="1E4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hierarchy, readable font</a:t>
            </a:r>
            <a:endParaRPr lang="en-US" sz="1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30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54864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slide with one big number needs one clean layout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011680"/>
            <a:ext cx="1036015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RM 4.2M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BA3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Q3 Revenue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above target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14400" y="566928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C8D0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let Designer decorate a number that speaks for itself.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Good speaker notes have three parts</a:t>
            </a:r>
            <a:r>
              <a:rPr lang="en-US" sz="2800" b="1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</a:t>
            </a:r>
            <a:r>
              <a:rPr lang="en-US" sz="28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not a full script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people either leave notes blank or write an essay. Neither is useful.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882396" y="2377440"/>
            <a:ext cx="3108960" cy="3657600"/>
          </a:xfrm>
          <a:prstGeom prst="rect">
            <a:avLst/>
          </a:prstGeom>
          <a:solidFill>
            <a:srgbClr val="F2F4F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" name="Shape 3"/>
          <p:cNvSpPr/>
          <p:nvPr/>
        </p:nvSpPr>
        <p:spPr>
          <a:xfrm>
            <a:off x="2116836" y="2834640"/>
            <a:ext cx="640080" cy="640080"/>
          </a:xfrm>
          <a:prstGeom prst="ellipse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6" name="Text 4"/>
          <p:cNvSpPr/>
          <p:nvPr/>
        </p:nvSpPr>
        <p:spPr>
          <a:xfrm>
            <a:off x="2116836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156716" y="3749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State the point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56716" y="4480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that tells the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 the slide's conclusion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39996" y="2377440"/>
            <a:ext cx="3108960" cy="3657600"/>
          </a:xfrm>
          <a:prstGeom prst="rect">
            <a:avLst/>
          </a:prstGeom>
          <a:solidFill>
            <a:srgbClr val="F2F4F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0" name="Shape 8"/>
          <p:cNvSpPr/>
          <p:nvPr/>
        </p:nvSpPr>
        <p:spPr>
          <a:xfrm>
            <a:off x="5774436" y="2834640"/>
            <a:ext cx="640080" cy="640080"/>
          </a:xfrm>
          <a:prstGeom prst="ellipse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1" name="Text 9"/>
          <p:cNvSpPr/>
          <p:nvPr/>
        </p:nvSpPr>
        <p:spPr>
          <a:xfrm>
            <a:off x="5774436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814316" y="3749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List talking points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814316" y="4480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to 3 bullet points that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or explain the point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8197596" y="2377440"/>
            <a:ext cx="3108960" cy="3657600"/>
          </a:xfrm>
          <a:prstGeom prst="rect">
            <a:avLst/>
          </a:prstGeom>
          <a:solidFill>
            <a:srgbClr val="F2F4F7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5" name="Shape 13"/>
          <p:cNvSpPr/>
          <p:nvPr/>
        </p:nvSpPr>
        <p:spPr>
          <a:xfrm>
            <a:off x="9432036" y="2834640"/>
            <a:ext cx="640080" cy="640080"/>
          </a:xfrm>
          <a:prstGeom prst="ellipse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6" name="Text 14"/>
          <p:cNvSpPr/>
          <p:nvPr/>
        </p:nvSpPr>
        <p:spPr>
          <a:xfrm>
            <a:off x="9432036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8471916" y="374904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Add a transition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71916" y="448056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sentence that bridges</a:t>
            </a:r>
            <a:endParaRPr lang="en-US" sz="1400" dirty="0"/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4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the next slide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turn</a:t>
            </a:r>
            <a:r>
              <a:rPr lang="en-US" sz="3000" b="1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 Apply</a:t>
            </a:r>
            <a:r>
              <a:rPr lang="en-US" sz="30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this to the before deck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Nusantara Capital deck and work through slides 3, 5, and 11 using the prompts on the workshop site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914400" y="2286000"/>
            <a:ext cx="548640" cy="548640"/>
          </a:xfrm>
          <a:prstGeom prst="rect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828800" y="2286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Rewrite all 12 titles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675120" y="22860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title must state the point of the slide, not label the topic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3291840"/>
            <a:ext cx="548640" cy="548640"/>
          </a:xfrm>
          <a:prstGeom prst="rect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828800" y="32918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Trim slide 3 bullets to 3 maximum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675120" y="329184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bullet under 10 words</a:t>
            </a:r>
            <a:r>
              <a:rPr lang="en-US" sz="130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Cut</a:t>
            </a: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detail into speaker notes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14400" y="4297680"/>
            <a:ext cx="548640" cy="548640"/>
          </a:xfrm>
          <a:prstGeom prst="rect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3" name="Text 11"/>
          <p:cNvSpPr/>
          <p:nvPr/>
        </p:nvSpPr>
        <p:spPr>
          <a:xfrm>
            <a:off x="914400" y="429768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828800" y="4297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Restructure slide 11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675120" y="429768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wall of text into a clear visual hierarchy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5303520"/>
            <a:ext cx="548640" cy="548640"/>
          </a:xfrm>
          <a:prstGeom prst="rect">
            <a:avLst/>
          </a:prstGeom>
          <a:solidFill>
            <a:srgbClr val="1A3055"/>
          </a:solidFill>
          <a:ln/>
        </p:spPr>
        <p:txBody>
          <a:bodyPr/>
          <a:lstStyle/>
          <a:p>
            <a:endParaRPr lang="en-MY"/>
          </a:p>
        </p:txBody>
      </p:sp>
      <p:sp>
        <p:nvSpPr>
          <p:cNvPr id="17" name="Text 15"/>
          <p:cNvSpPr/>
          <p:nvPr/>
        </p:nvSpPr>
        <p:spPr>
          <a:xfrm>
            <a:off x="914400" y="5303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828800" y="53035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1A305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Generate speaker notes for slide 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675120" y="530352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A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three-part structure: point, talking points, transition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594360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3A6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15 minutes  |  Work individually, then compare with a partner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305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3152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the titles. Trim the bullets. The rest is practice.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914400" y="201168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6BA3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2011680" y="201168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titles must state a point, not a label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310896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6BA3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011680" y="310896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trimming is a starting point</a:t>
            </a:r>
            <a:r>
              <a:rPr lang="en-US" sz="220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always edit the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6BA3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2011680" y="420624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Designer fixes layout, not message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914400" y="5303520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6BA3D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011680" y="5303520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Speaker notes are talking points, not a script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744</Words>
  <Application>Microsoft Office PowerPoint</Application>
  <PresentationFormat>Widescreen</PresentationFormat>
  <Paragraphs>143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Asraf  Jaafar Sidik</dc:creator>
  <cp:lastModifiedBy>Asraf  Jaafar Sidik</cp:lastModifiedBy>
  <cp:revision>2</cp:revision>
  <dcterms:created xsi:type="dcterms:W3CDTF">2026-05-03T08:35:23Z</dcterms:created>
  <dcterms:modified xsi:type="dcterms:W3CDTF">2026-05-03T09:07:50Z</dcterms:modified>
</cp:coreProperties>
</file>