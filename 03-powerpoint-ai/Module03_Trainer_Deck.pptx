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5527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MODULE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1036015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03 — Improving Slide Content</a:t>
            </a:r>
            <a:endParaRPr lang="en-US" sz="3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PowerPoint AI Features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6B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titles. Trim the bullets. Generate the notes.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5120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minutes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point of this slide?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64008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1280160" y="210312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2834640"/>
            <a:ext cx="5669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department was established in 2019 with a team of 12 people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headcount stands at 45 across three sub-teams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revenue target was RM 3.8M and we exceeded by 10%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projects are delayed due to resourcing constraints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CRM system will be implemented by end of Q4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satisfaction scores improved from 3.2 to 3.8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senior positions remain unfilled since August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utilisation is at 87% with remaining funds allocated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22860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6BA3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the audience:</a:t>
            </a:r>
            <a:endParaRPr lang="en-US" sz="18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6BA3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one point this</a:t>
            </a:r>
            <a:endParaRPr lang="en-US" sz="18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6BA3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is trying to make?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0" y="43891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cannot answer in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sentence, the title failed.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titles should state a point, not label a topic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whether the audience knows the conclusion before reading the content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286000"/>
          <a:ext cx="10360152" cy="333756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(Label)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(Point)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6B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Revenue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4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exceeded target for the second quarter running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6B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4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projects need a decision this week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6B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Overview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4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 is stable but capacity is not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6B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Risks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4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risks require senior attention before Q4 begins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 makes the audience read everything. A point lets them scan.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Being specific gets you 10x better AI output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prompts produce vague results — give AI the context it needs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4572000" cy="3840480"/>
          </a:xfrm>
          <a:prstGeom prst="rect">
            <a:avLst/>
          </a:prstGeom>
          <a:solidFill>
            <a:srgbClr val="FDF2F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128016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PROMPT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"Improve this slide."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41148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 about audience,</a:t>
            </a:r>
            <a:endParaRPr lang="en-US" sz="13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or constraints.</a:t>
            </a:r>
            <a:endParaRPr lang="en-US" sz="1300" dirty="0"/>
          </a:p>
          <a:p>
            <a:pPr marL="0" indent="0" algn="l">
              <a:lnSpc>
                <a:spcPct val="140000"/>
              </a:lnSpc>
              <a:buNone/>
            </a:pPr>
            <a:endParaRPr lang="en-US" sz="13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nothing to work with.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2103120"/>
            <a:ext cx="5303520" cy="3840480"/>
          </a:xfrm>
          <a:prstGeom prst="rect">
            <a:avLst/>
          </a:prstGeom>
          <a:solidFill>
            <a:srgbClr val="F0F7F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658368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PROMPT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292608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"Rewrite the title of this slide to state</a:t>
            </a:r>
            <a:endParaRPr lang="en-US" sz="13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conclusion, not just the topic.</a:t>
            </a:r>
            <a:endParaRPr lang="en-US" sz="1300" dirty="0"/>
          </a:p>
          <a:p>
            <a:pPr marL="0" indent="0" algn="l">
              <a:lnSpc>
                <a:spcPct val="140000"/>
              </a:lnSpc>
              <a:buNone/>
            </a:pPr>
            <a:endParaRPr lang="en-US" sz="13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audience is senior management.</a:t>
            </a:r>
            <a:endParaRPr lang="en-US" sz="13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slide covers Q3 revenue results.</a:t>
            </a:r>
            <a:endParaRPr lang="en-US" sz="13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title under 12 words.</a:t>
            </a:r>
            <a:endParaRPr lang="en-US" sz="13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 direct, factual."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Trim any slide in four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 Nusantara Capital before deck using this sequence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613916" y="2560320"/>
            <a:ext cx="731520" cy="731520"/>
          </a:xfrm>
          <a:prstGeom prst="ellipse">
            <a:avLst/>
          </a:prstGeom>
          <a:solidFill>
            <a:srgbClr val="1A305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1613916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36676" y="3566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Rewrite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title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6676" y="4572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point,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topic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68396" y="2926080"/>
            <a:ext cx="365760" cy="0"/>
          </a:xfrm>
          <a:prstGeom prst="line">
            <a:avLst/>
          </a:prstGeom>
          <a:noFill/>
          <a:ln w="19050">
            <a:solidFill>
              <a:srgbClr val="1A305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4357116" y="2560320"/>
            <a:ext cx="731520" cy="731520"/>
          </a:xfrm>
          <a:prstGeom prst="ellipse">
            <a:avLst/>
          </a:prstGeom>
          <a:solidFill>
            <a:srgbClr val="1A305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4357116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79876" y="3566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 bullets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3 max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79876" y="4572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words each,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exceptions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11596" y="2926080"/>
            <a:ext cx="365760" cy="0"/>
          </a:xfrm>
          <a:prstGeom prst="line">
            <a:avLst/>
          </a:prstGeom>
          <a:noFill/>
          <a:ln w="19050">
            <a:solidFill>
              <a:srgbClr val="1A305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Shape 12"/>
          <p:cNvSpPr/>
          <p:nvPr/>
        </p:nvSpPr>
        <p:spPr>
          <a:xfrm>
            <a:off x="7100316" y="2560320"/>
            <a:ext cx="731520" cy="731520"/>
          </a:xfrm>
          <a:prstGeom prst="ellipse">
            <a:avLst/>
          </a:prstGeom>
          <a:solidFill>
            <a:srgbClr val="1A305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7100316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23076" y="3566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23076" y="4572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clean layouts,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decoration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54796" y="2926080"/>
            <a:ext cx="365760" cy="0"/>
          </a:xfrm>
          <a:prstGeom prst="line">
            <a:avLst/>
          </a:prstGeom>
          <a:noFill/>
          <a:ln w="19050">
            <a:solidFill>
              <a:srgbClr val="1A305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Shape 17"/>
          <p:cNvSpPr/>
          <p:nvPr/>
        </p:nvSpPr>
        <p:spPr>
          <a:xfrm>
            <a:off x="9843516" y="2560320"/>
            <a:ext cx="731520" cy="731520"/>
          </a:xfrm>
          <a:prstGeom prst="ellipse">
            <a:avLst/>
          </a:prstGeom>
          <a:solidFill>
            <a:srgbClr val="1A305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9843516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066276" y="3566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speaker notes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066276" y="4572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Point, talking points,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Designer fixes layout — it cannot fix a bad message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suggestions that reduce clutter. Reject suggestions that add decoration.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2651760"/>
            <a:ext cx="4572000" cy="3474720"/>
          </a:xfrm>
          <a:prstGeom prst="rect">
            <a:avLst/>
          </a:prstGeom>
          <a:solidFill>
            <a:srgbClr val="FDF2F2"/>
          </a:solidFill>
          <a:ln w="12700">
            <a:solidFill>
              <a:srgbClr val="E0B0B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1188720" y="2834640"/>
            <a:ext cx="4023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topic-label title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bullet points, each 20+ words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photo taking 40% of the slide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decorative icons with no meaning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font to fit everything in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message or hierarchy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21031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651760"/>
            <a:ext cx="5303520" cy="3474720"/>
          </a:xfrm>
          <a:prstGeom prst="rect">
            <a:avLst/>
          </a:prstGeom>
          <a:solidFill>
            <a:srgbClr val="F0F7F0"/>
          </a:solidFill>
          <a:ln w="12700">
            <a:solidFill>
              <a:srgbClr val="A0C8A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6492240" y="283464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states the main point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bullets, each under 10 words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stock photos or clip art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white space around content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font size throughout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takeaway per slide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slide with one big number needs one clean layout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103601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 4.2M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Revenue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above target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56692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let Designer decorate a number that speaks for itself.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speaker notes have three parts — not a full script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either leave notes blank or write an essay. Neither is useful.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82396" y="2377440"/>
            <a:ext cx="3108960" cy="3657600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2116836" y="2834640"/>
            <a:ext cx="640080" cy="640080"/>
          </a:xfrm>
          <a:prstGeom prst="ellipse">
            <a:avLst/>
          </a:prstGeom>
          <a:solidFill>
            <a:srgbClr val="1A305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2116836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56716" y="3749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point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56716" y="44805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that tells the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the slide's conclusion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39996" y="2377440"/>
            <a:ext cx="3108960" cy="3657600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5774436" y="2834640"/>
            <a:ext cx="640080" cy="640080"/>
          </a:xfrm>
          <a:prstGeom prst="ellipse">
            <a:avLst/>
          </a:prstGeom>
          <a:solidFill>
            <a:srgbClr val="1A305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5774436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14316" y="3749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 talking points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14316" y="44805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 3 bullet points that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or explain the point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97596" y="2377440"/>
            <a:ext cx="3108960" cy="3657600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9432036" y="2834640"/>
            <a:ext cx="640080" cy="640080"/>
          </a:xfrm>
          <a:prstGeom prst="ellipse">
            <a:avLst/>
          </a:prstGeom>
          <a:solidFill>
            <a:srgbClr val="1A305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9432036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71916" y="3749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a transition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71916" y="44805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that bridges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next slide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turn — apply this to the before deck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Nusantara Capital deck and work through slides 3, 5, and 11 using the prompts on the workshop site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548640" cy="548640"/>
          </a:xfrm>
          <a:prstGeom prst="rect">
            <a:avLst/>
          </a:prstGeom>
          <a:solidFill>
            <a:srgbClr val="1A305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Rewrite all 12 titles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67512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title must state the point of the slide, not label the topic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291840"/>
            <a:ext cx="548640" cy="548640"/>
          </a:xfrm>
          <a:prstGeom prst="rect">
            <a:avLst/>
          </a:prstGeom>
          <a:solidFill>
            <a:srgbClr val="1A305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28800" y="3291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Trim slide 3 bullets to 3 maximum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75120" y="3291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bullet under 10 words — cut detail into speaker notes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297680"/>
            <a:ext cx="548640" cy="548640"/>
          </a:xfrm>
          <a:prstGeom prst="rect">
            <a:avLst/>
          </a:prstGeom>
          <a:solidFill>
            <a:srgbClr val="1A305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91440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4297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Restructure slide 11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75120" y="4297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wall of text into a clear visual hierarchy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5303520"/>
            <a:ext cx="548640" cy="548640"/>
          </a:xfrm>
          <a:prstGeom prst="rect">
            <a:avLst/>
          </a:prstGeom>
          <a:solidFill>
            <a:srgbClr val="1A305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914400" y="5303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28800" y="5303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speaker notes for slide 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75120" y="5303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three-part structure: point, talking points, transition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15 minutes  |  Work individually, then compare with a partner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03 covered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BA3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01168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titles must state a point, not a label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BA3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011680" y="3108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trimming is a starting point — always edit the output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BA3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011680" y="4206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fixes layout, not message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3035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BA3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11680" y="5303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notes are talking points, not a script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727</Words>
  <Application>Microsoft Office PowerPoint</Application>
  <PresentationFormat>Widescreen</PresentationFormat>
  <Paragraphs>140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Asraf  Jaafar Sidik</dc:creator>
  <cp:lastModifiedBy>Asraf  Jaafar Sidik</cp:lastModifiedBy>
  <cp:revision>1</cp:revision>
  <dcterms:created xsi:type="dcterms:W3CDTF">2026-05-03T08:35:23Z</dcterms:created>
  <dcterms:modified xsi:type="dcterms:W3CDTF">2026-05-03T08:37:04Z</dcterms:modified>
</cp:coreProperties>
</file>